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A2DD9D-B31E-7615-FD2D-1FB07705BC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A76200-27F2-1D67-B4FA-0ED42652D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0B8A8F-F992-AEE2-B121-E003B0B5D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C6D6E0-2673-A979-9DCF-116F4071F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C9E71E-4656-93CF-59D8-943675A3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942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3D465D-1787-05B2-8949-F251604A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D4489C-4DC0-57BE-0B4E-8667E27F9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22F3C9-5E15-F896-E838-6CB76E683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9010A1-3D43-FC62-49F4-24DCA2E13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26C53F-049B-495B-2890-992B7929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564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DA82B-BF62-81B7-7021-30A615E09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F61185-209B-A4B0-485D-E5A662E87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545615-878E-55AC-9442-2D94C69D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969C0B-78EC-1212-8BE9-45D3FD6B9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12D45-88F4-6EA6-E0D0-93AD10F36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0279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5443A4-2E0D-45F3-9128-AE6B4A40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E8206F-AA10-8BC1-6D92-A8B5BC89E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0DF7EF-E6CF-2821-128A-7C75886A9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49271CC-E53E-F97C-66AE-0207248B7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BE32A2-94FD-E617-6D29-18CA700C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BC4F44-D901-C86B-12A6-C9D10F90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436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9BB60C-9108-9ABE-3C55-C641F60EA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7545DC-F047-32FF-F08C-23C9B11E1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BB5CD85-71BB-F7A0-8636-4C1E647E2E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C4B3F7A-49CB-02A8-AD3E-1E6520F656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CE503A2-612C-690A-DC4D-8367CF5D1A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911E6E5-F54D-94E0-AADD-D6F17EF36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A39B2C0-BEB2-FD63-69F9-50B67C0D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BEE7-04A7-1A94-79C9-EDA8A7926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8297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1AB77A-1E33-8172-9633-9DD62D7CD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CF9E0D-F471-9C4D-977E-63A3CA2F4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0CAB78-377B-F865-E2F1-1F14DE9F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27F09E3-7D9E-111D-CCA8-6A57B74B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0297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C3863FA-A3D8-552D-DDB3-477871BD7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5D6D92-E1A8-B98D-2124-9BBCCF93C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E9D2C7-7534-2A8C-0C08-764BD776D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616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E32BE9-9969-397B-B4F8-ED7A0DF71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448892-A911-7BE7-9059-517DE02BA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6D5A06-EBD3-65DB-C942-51BE4EA5E1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4730AA-0E46-00C6-0070-825BC8E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777A2C-3D2C-D42E-2DF6-E67D37838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E3B283A-DFB4-7949-CAAF-6943D5255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2697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D54179-B6CE-81E3-D66D-8A0903177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D4CA47D-E8C0-FB49-6F16-F9712B9409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07C12B-B0BB-C24C-5835-F67567A29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AB6F4E-1DB7-C5E4-8D81-4DD0B282E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F4EABE-1513-646A-69BF-72DDC6E3B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9278F3-8F93-407A-C7B5-62A74408E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8770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C77DB-27E3-C9D3-15DD-4A3028A86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CFF212A-33FE-14EA-501D-35CA8154F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C3D10C-4045-7CA6-58C7-96C1D4459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71024E-6EAF-ABB7-8D14-673170B6B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283EA9-F949-8EA4-9963-A321E5CC9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174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D06C5E3-8E08-833A-B8B3-3DC309270B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0BAE2E-14EC-496E-A114-98BC601DA3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59A4A6-D225-063D-F5FC-93912D878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A64BC5-BACA-C558-147D-8FD5A3064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8DF89-4C29-E1E8-83C5-5E2B98A95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21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E7FFA15-1C3B-F0D6-4B47-AE7B403DD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9315F3-9843-20D8-0035-7D9CFBBE81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A1143A-83BC-F403-5037-D584B2D54E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9C269D-3EE7-4E4A-B542-AD3680EC9202}" type="datetimeFigureOut">
              <a:rPr lang="ko-KR" altLang="en-US" smtClean="0"/>
              <a:t>2025-11-05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A9770A-B3ED-731D-F093-2A983AE7F8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9C2D25-52DD-A67E-2031-686032D04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2074E8-FF3A-40CF-908E-883AD677DDE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3765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731C80-6DEA-C256-215F-C5E5009FF7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Go nut’s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5AEACF-CC4A-FF7E-10DC-CEE231EA3B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547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480242-0524-FBAC-4C09-C3F3F8053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923DB-8AB9-F072-D555-813C1A942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229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</Words>
  <Application>Microsoft Office PowerPoint</Application>
  <PresentationFormat>와이드스크린</PresentationFormat>
  <Paragraphs>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Go nut’s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유영빈(2022180024)</dc:creator>
  <cp:lastModifiedBy>유영빈(2022180024)</cp:lastModifiedBy>
  <cp:revision>1</cp:revision>
  <dcterms:created xsi:type="dcterms:W3CDTF">2025-11-05T09:03:24Z</dcterms:created>
  <dcterms:modified xsi:type="dcterms:W3CDTF">2025-11-05T09:06:44Z</dcterms:modified>
</cp:coreProperties>
</file>