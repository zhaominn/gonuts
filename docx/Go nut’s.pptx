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2DD9D-B31E-7615-FD2D-1FB07705B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A76200-27F2-1D67-B4FA-0ED42652D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0B8A8F-F992-AEE2-B121-E003B0B5D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C6D6E0-2673-A979-9DCF-116F4071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C9E71E-4656-93CF-59D8-943675A3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94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D465D-1787-05B2-8949-F251604A1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D4489C-4DC0-57BE-0B4E-8667E27F9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22F3C9-5E15-F896-E838-6CB76E68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9010A1-3D43-FC62-49F4-24DCA2E1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26C53F-049B-495B-2890-992B7929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564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DA82B-BF62-81B7-7021-30A615E09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F61185-209B-A4B0-485D-E5A662E87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45615-878E-55AC-9442-2D94C69D4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69C0B-78EC-1212-8BE9-45D3FD6B9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12D45-88F4-6EA6-E0D0-93AD10F3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27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443A4-2E0D-45F3-9128-AE6B4A40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E8206F-AA10-8BC1-6D92-A8B5BC89E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0DF7EF-E6CF-2821-128A-7C75886A9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9271CC-E53E-F97C-66AE-0207248B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BE32A2-94FD-E617-6D29-18CA700C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BC4F44-D901-C86B-12A6-C9D10F90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43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9BB60C-9108-9ABE-3C55-C641F60EA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7545DC-F047-32FF-F08C-23C9B11E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B5CD85-71BB-F7A0-8636-4C1E647E2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4B3F7A-49CB-02A8-AD3E-1E6520F656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E503A2-612C-690A-DC4D-8367CF5D1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911E6E5-F54D-94E0-AADD-D6F17EF36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39B2C0-BEB2-FD63-69F9-50B67C0D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1BBEE7-04A7-1A94-79C9-EDA8A7926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29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1AB77A-1E33-8172-9633-9DD62D7CD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CF9E0D-F471-9C4D-977E-63A3CA2F4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0CAB78-377B-F865-E2F1-1F14DE9F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7F09E3-7D9E-111D-CCA8-6A57B74B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29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3863FA-A3D8-552D-DDB3-477871BD7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5D6D92-E1A8-B98D-2124-9BBCCF93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E9D2C7-7534-2A8C-0C08-764BD776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61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E32BE9-9969-397B-B4F8-ED7A0DF7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48892-A911-7BE7-9059-517DE02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6D5A06-EBD3-65DB-C942-51BE4EA5E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4730AA-0E46-00C6-0070-825BC8E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77A2C-3D2C-D42E-2DF6-E67D3783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3B283A-DFB4-7949-CAAF-6943D525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69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54179-B6CE-81E3-D66D-8A0903177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4CA47D-E8C0-FB49-6F16-F9712B940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07C12B-B0BB-C24C-5835-F67567A29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AB6F4E-1DB7-C5E4-8D81-4DD0B282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F4EABE-1513-646A-69BF-72DDC6E3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278F3-8F93-407A-C7B5-62A7440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77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C77DB-27E3-C9D3-15DD-4A3028A8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FF212A-33FE-14EA-501D-35CA8154F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C3D10C-4045-7CA6-58C7-96C1D445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1024E-6EAF-ABB7-8D14-673170B6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83EA9-F949-8EA4-9963-A321E5CC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17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06C5E3-8E08-833A-B8B3-3DC309270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0BAE2E-14EC-496E-A114-98BC601DA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59A4A6-D225-063D-F5FC-93912D87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A64BC5-BACA-C558-147D-8FD5A306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8DF89-4C29-E1E8-83C5-5E2B98A9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42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7FFA15-1C3B-F0D6-4B47-AE7B403D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9315F3-9843-20D8-0035-7D9CFBBE8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A1143A-83BC-F403-5037-D584B2D54E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9C269D-3EE7-4E4A-B542-AD3680EC9202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A9770A-B3ED-731D-F093-2A983AE7F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9C2D25-52DD-A67E-2031-686032D04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074E8-FF3A-40CF-908E-883AD677DD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76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7wFO5161Eg?start=222&amp;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-gv8EPi3yU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Ku6MstLYA3E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31C80-6DEA-C256-215F-C5E5009FF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Go nut’s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5AEACF-CC4A-FF7E-10DC-CEE231EA3B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협동을 통해 잃어버린 견과류를 되찾는</a:t>
            </a:r>
            <a:r>
              <a:rPr lang="en-US" altLang="ko-KR" dirty="0"/>
              <a:t>, </a:t>
            </a:r>
            <a:r>
              <a:rPr lang="ko-KR" altLang="en-US" dirty="0"/>
              <a:t>두 다람쥐의 우주 모험</a:t>
            </a:r>
          </a:p>
        </p:txBody>
      </p:sp>
    </p:spTree>
    <p:extLst>
      <p:ext uri="{BB962C8B-B14F-4D97-AF65-F5344CB8AC3E}">
        <p14:creationId xmlns:p14="http://schemas.microsoft.com/office/powerpoint/2010/main" val="2029547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2D45657-FEF2-CDF8-FB39-C5B7D40B2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25142"/>
              </p:ext>
            </p:extLst>
          </p:nvPr>
        </p:nvGraphicFramePr>
        <p:xfrm>
          <a:off x="736704" y="643467"/>
          <a:ext cx="10718592" cy="5571069"/>
        </p:xfrm>
        <a:graphic>
          <a:graphicData uri="http://schemas.openxmlformats.org/drawingml/2006/table">
            <a:tbl>
              <a:tblPr/>
              <a:tblGrid>
                <a:gridCol w="3471166">
                  <a:extLst>
                    <a:ext uri="{9D8B030D-6E8A-4147-A177-3AD203B41FA5}">
                      <a16:colId xmlns:a16="http://schemas.microsoft.com/office/drawing/2014/main" val="1621359602"/>
                    </a:ext>
                  </a:extLst>
                </a:gridCol>
                <a:gridCol w="7247426">
                  <a:extLst>
                    <a:ext uri="{9D8B030D-6E8A-4147-A177-3AD203B41FA5}">
                      <a16:colId xmlns:a16="http://schemas.microsoft.com/office/drawing/2014/main" val="1965170597"/>
                    </a:ext>
                  </a:extLst>
                </a:gridCol>
              </a:tblGrid>
              <a:tr h="55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/>
                        <a:t>항목</a:t>
                      </a:r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/>
                        <a:t>내용</a:t>
                      </a:r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1830272"/>
                  </a:ext>
                </a:extLst>
              </a:tr>
              <a:tr h="932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b="1"/>
                        <a:t>장르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3D </a:t>
                      </a:r>
                      <a:r>
                        <a:rPr lang="ko-KR" altLang="en-US" sz="2500"/>
                        <a:t>협동 퍼즐 어드벤처 </a:t>
                      </a:r>
                      <a:r>
                        <a:rPr lang="en-US" altLang="ko-KR" sz="2500"/>
                        <a:t>(</a:t>
                      </a:r>
                      <a:r>
                        <a:rPr lang="en-US" sz="2500"/>
                        <a:t>CO-OP Puzzle Adventure)</a:t>
                      </a:r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615446"/>
                  </a:ext>
                </a:extLst>
              </a:tr>
              <a:tr h="55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b="1"/>
                        <a:t>플랫폼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PC (Unreal Engine 5 </a:t>
                      </a:r>
                      <a:r>
                        <a:rPr lang="ko-KR" altLang="en-US" sz="2500"/>
                        <a:t>기반</a:t>
                      </a:r>
                      <a:r>
                        <a:rPr lang="en-US" altLang="ko-KR" sz="2500"/>
                        <a:t>)</a:t>
                      </a:r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173302"/>
                  </a:ext>
                </a:extLst>
              </a:tr>
              <a:tr h="55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b="1"/>
                        <a:t>참조 게임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i="1"/>
                        <a:t>It Takes Two</a:t>
                      </a:r>
                      <a:r>
                        <a:rPr lang="en-US" sz="2500"/>
                        <a:t>, </a:t>
                      </a:r>
                      <a:r>
                        <a:rPr lang="en-US" sz="2500" i="1"/>
                        <a:t>Split Fiction</a:t>
                      </a:r>
                      <a:endParaRPr 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375788"/>
                  </a:ext>
                </a:extLst>
              </a:tr>
              <a:tr h="55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b="1"/>
                        <a:t>플레이 인원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2500"/>
                        <a:t>2</a:t>
                      </a:r>
                      <a:r>
                        <a:rPr lang="ko-KR" altLang="en-US" sz="2500"/>
                        <a:t>인 협동 플레이 </a:t>
                      </a:r>
                      <a:r>
                        <a:rPr lang="en-US" altLang="ko-KR" sz="2500"/>
                        <a:t>(</a:t>
                      </a:r>
                      <a:r>
                        <a:rPr lang="en-US" sz="2500"/>
                        <a:t>Local / Online)</a:t>
                      </a:r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700358"/>
                  </a:ext>
                </a:extLst>
              </a:tr>
              <a:tr h="554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b="1"/>
                        <a:t>플레이 타임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/>
                        <a:t>행성당 약 </a:t>
                      </a:r>
                      <a:r>
                        <a:rPr lang="en-US" altLang="ko-KR" sz="2500"/>
                        <a:t>5–10</a:t>
                      </a:r>
                      <a:r>
                        <a:rPr lang="ko-KR" altLang="en-US" sz="2500"/>
                        <a:t>분</a:t>
                      </a:r>
                      <a:r>
                        <a:rPr lang="en-US" altLang="ko-KR" sz="2500"/>
                        <a:t>, </a:t>
                      </a:r>
                      <a:r>
                        <a:rPr lang="ko-KR" altLang="en-US" sz="2500"/>
                        <a:t>총 </a:t>
                      </a:r>
                      <a:r>
                        <a:rPr lang="en-US" altLang="ko-KR" sz="2500"/>
                        <a:t>4~5</a:t>
                      </a:r>
                      <a:r>
                        <a:rPr lang="ko-KR" altLang="en-US" sz="2500"/>
                        <a:t>개의 챕터 구성</a:t>
                      </a:r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120035"/>
                  </a:ext>
                </a:extLst>
              </a:tr>
              <a:tr h="932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b="1"/>
                        <a:t>기술 중점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/>
                        <a:t>언리얼 카오스 물리</a:t>
                      </a:r>
                      <a:r>
                        <a:rPr lang="en-US" altLang="ko-KR" sz="2500"/>
                        <a:t>, </a:t>
                      </a:r>
                      <a:r>
                        <a:rPr lang="ko-KR" altLang="en-US" sz="2500"/>
                        <a:t>협력 퍼즐 시스템</a:t>
                      </a:r>
                      <a:r>
                        <a:rPr lang="en-US" altLang="ko-KR" sz="2500"/>
                        <a:t>, AI NPC, </a:t>
                      </a:r>
                      <a:r>
                        <a:rPr lang="ko-KR" altLang="en-US" sz="2500"/>
                        <a:t>네트워크 패킷 처리</a:t>
                      </a:r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467090"/>
                  </a:ext>
                </a:extLst>
              </a:tr>
              <a:tr h="932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b="1"/>
                        <a:t>팀 주제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/>
                        <a:t>중점연구과제</a:t>
                      </a:r>
                      <a:r>
                        <a:rPr lang="en-US" altLang="ko-KR" sz="2500"/>
                        <a:t>: </a:t>
                      </a:r>
                      <a:r>
                        <a:rPr lang="ko-KR" altLang="en-US" sz="2500"/>
                        <a:t>협력형 퍼즐 메커니즘을 통한 </a:t>
                      </a:r>
                      <a:r>
                        <a:rPr lang="en-US" altLang="ko-KR" sz="2500" b="1"/>
                        <a:t>AI </a:t>
                      </a:r>
                      <a:r>
                        <a:rPr lang="ko-KR" altLang="en-US" sz="2500" b="1"/>
                        <a:t>기반 상호작용 시뮬레이션</a:t>
                      </a:r>
                      <a:endParaRPr lang="ko-KR" altLang="en-US" sz="2500"/>
                    </a:p>
                  </a:txBody>
                  <a:tcPr marL="126042" marR="126042" marT="63021" marB="630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320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22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4285F-1247-813D-0C6D-AEC583547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세계관 및 스토리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CA727F-90DB-7E79-80C1-B1628A54F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“견과류 멸종의 위기 속</a:t>
            </a:r>
            <a:r>
              <a:rPr lang="en-US" altLang="ko-KR" dirty="0"/>
              <a:t>, </a:t>
            </a:r>
            <a:r>
              <a:rPr lang="ko-KR" altLang="en-US" dirty="0"/>
              <a:t>우주를 여행하는 두 다람쥐가 행성마다 숨겨진 ‘전설의 </a:t>
            </a:r>
            <a:r>
              <a:rPr lang="ko-KR" altLang="en-US" dirty="0" err="1"/>
              <a:t>견과류’를</a:t>
            </a:r>
            <a:r>
              <a:rPr lang="ko-KR" altLang="en-US" dirty="0"/>
              <a:t> 찾아 떠난다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b="1" dirty="0"/>
              <a:t>논리적인 다람쥐</a:t>
            </a:r>
            <a:r>
              <a:rPr lang="en-US" altLang="ko-KR" b="1" dirty="0"/>
              <a:t>(</a:t>
            </a:r>
            <a:r>
              <a:rPr lang="ko-KR" altLang="en-US" b="1" dirty="0"/>
              <a:t>캐릭터</a:t>
            </a:r>
            <a:r>
              <a:rPr lang="en-US" altLang="ko-KR" b="1" dirty="0"/>
              <a:t>1)</a:t>
            </a:r>
            <a:r>
              <a:rPr lang="ko-KR" altLang="en-US" dirty="0"/>
              <a:t> 와 </a:t>
            </a:r>
            <a:r>
              <a:rPr lang="ko-KR" altLang="en-US" b="1" dirty="0"/>
              <a:t>힘쓰는 다람쥐</a:t>
            </a:r>
            <a:r>
              <a:rPr lang="en-US" altLang="ko-KR" b="1" dirty="0"/>
              <a:t>(</a:t>
            </a:r>
            <a:r>
              <a:rPr lang="ko-KR" altLang="en-US" b="1" dirty="0"/>
              <a:t>캐릭터</a:t>
            </a:r>
            <a:r>
              <a:rPr lang="en-US" altLang="ko-KR" b="1" dirty="0"/>
              <a:t>2)</a:t>
            </a:r>
          </a:p>
          <a:p>
            <a:r>
              <a:rPr lang="ko-KR" altLang="en-US" dirty="0"/>
              <a:t>각 행성마다 하나의 </a:t>
            </a:r>
            <a:r>
              <a:rPr lang="ko-KR" altLang="en-US" b="1" dirty="0"/>
              <a:t>“견과류 에너지</a:t>
            </a:r>
            <a:r>
              <a:rPr lang="en-US" altLang="ko-KR" b="1" dirty="0"/>
              <a:t>???</a:t>
            </a:r>
            <a:r>
              <a:rPr lang="ko-KR" altLang="en-US" b="1" dirty="0"/>
              <a:t>”</a:t>
            </a:r>
            <a:r>
              <a:rPr lang="ko-KR" altLang="en-US" dirty="0"/>
              <a:t> 를 수집해야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마지막에는 모든 견과류를 모아 </a:t>
            </a:r>
            <a:r>
              <a:rPr lang="ko-KR" altLang="en-US" b="1" dirty="0"/>
              <a:t>지구 생태계를 되살리는 </a:t>
            </a:r>
            <a:r>
              <a:rPr lang="ko-KR" altLang="en-US" b="1" dirty="0" err="1"/>
              <a:t>해피엔딩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185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DF80284-6308-AA2D-254D-2F43FEDA1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851761"/>
              </p:ext>
            </p:extLst>
          </p:nvPr>
        </p:nvGraphicFramePr>
        <p:xfrm>
          <a:off x="1161718" y="643467"/>
          <a:ext cx="9868565" cy="5571066"/>
        </p:xfrm>
        <a:graphic>
          <a:graphicData uri="http://schemas.openxmlformats.org/drawingml/2006/table">
            <a:tbl>
              <a:tblPr/>
              <a:tblGrid>
                <a:gridCol w="2128883">
                  <a:extLst>
                    <a:ext uri="{9D8B030D-6E8A-4147-A177-3AD203B41FA5}">
                      <a16:colId xmlns:a16="http://schemas.microsoft.com/office/drawing/2014/main" val="3232025399"/>
                    </a:ext>
                  </a:extLst>
                </a:gridCol>
                <a:gridCol w="3990087">
                  <a:extLst>
                    <a:ext uri="{9D8B030D-6E8A-4147-A177-3AD203B41FA5}">
                      <a16:colId xmlns:a16="http://schemas.microsoft.com/office/drawing/2014/main" val="115850248"/>
                    </a:ext>
                  </a:extLst>
                </a:gridCol>
                <a:gridCol w="3749595">
                  <a:extLst>
                    <a:ext uri="{9D8B030D-6E8A-4147-A177-3AD203B41FA5}">
                      <a16:colId xmlns:a16="http://schemas.microsoft.com/office/drawing/2014/main" val="2765664132"/>
                    </a:ext>
                  </a:extLst>
                </a:gridCol>
              </a:tblGrid>
              <a:tr h="111421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3000"/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캐릭터 </a:t>
                      </a:r>
                      <a:r>
                        <a:rPr lang="en-US" altLang="ko-KR" sz="3000"/>
                        <a:t>1 (</a:t>
                      </a:r>
                      <a:r>
                        <a:rPr lang="ko-KR" altLang="en-US" sz="3000"/>
                        <a:t>논리적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마른</a:t>
                      </a:r>
                      <a:r>
                        <a:rPr lang="en-US" altLang="ko-KR" sz="3000"/>
                        <a:t>)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캐릭터 </a:t>
                      </a:r>
                      <a:r>
                        <a:rPr lang="en-US" altLang="ko-KR" sz="3000"/>
                        <a:t>2 (</a:t>
                      </a:r>
                      <a:r>
                        <a:rPr lang="ko-KR" altLang="en-US" sz="3000"/>
                        <a:t>물리적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뚱뚱한</a:t>
                      </a:r>
                      <a:r>
                        <a:rPr lang="en-US" altLang="ko-KR" sz="3000"/>
                        <a:t>)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196530"/>
                  </a:ext>
                </a:extLst>
              </a:tr>
              <a:tr h="1114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 b="1"/>
                        <a:t>핵심 능력</a:t>
                      </a:r>
                      <a:endParaRPr lang="ko-KR" altLang="en-US" sz="3000"/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도구</a:t>
                      </a:r>
                      <a:r>
                        <a:rPr lang="en-US" altLang="ko-KR" sz="3000"/>
                        <a:t>/</a:t>
                      </a:r>
                      <a:r>
                        <a:rPr lang="ko-KR" altLang="en-US" sz="3000"/>
                        <a:t>시스템 해킹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정밀 조작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근력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방어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돌진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87186"/>
                  </a:ext>
                </a:extLst>
              </a:tr>
              <a:tr h="662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 b="1"/>
                        <a:t>전투 역할</a:t>
                      </a:r>
                      <a:endParaRPr lang="ko-KR" altLang="en-US" sz="3000"/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원거리 공격 </a:t>
                      </a:r>
                      <a:r>
                        <a:rPr lang="en-US" altLang="ko-KR" sz="3000"/>
                        <a:t>(</a:t>
                      </a:r>
                      <a:r>
                        <a:rPr lang="ko-KR" altLang="en-US" sz="3000"/>
                        <a:t>레이저</a:t>
                      </a:r>
                      <a:r>
                        <a:rPr lang="en-US" altLang="ko-KR" sz="3000"/>
                        <a:t>)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근거리 공격 </a:t>
                      </a:r>
                      <a:r>
                        <a:rPr lang="en-US" altLang="ko-KR" sz="3000"/>
                        <a:t>(</a:t>
                      </a:r>
                      <a:r>
                        <a:rPr lang="ko-KR" altLang="en-US" sz="3000"/>
                        <a:t>펀치</a:t>
                      </a:r>
                      <a:r>
                        <a:rPr lang="en-US" altLang="ko-KR" sz="3000"/>
                        <a:t>)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420033"/>
                  </a:ext>
                </a:extLst>
              </a:tr>
              <a:tr h="1114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 b="1"/>
                        <a:t>퍼즐 기여</a:t>
                      </a:r>
                      <a:endParaRPr lang="ko-KR" altLang="en-US" sz="3000"/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장치 조작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타이밍 제어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/>
                        <a:t>무게추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파괴</a:t>
                      </a:r>
                      <a:r>
                        <a:rPr lang="en-US" altLang="ko-KR" sz="3000"/>
                        <a:t>, </a:t>
                      </a:r>
                      <a:r>
                        <a:rPr lang="ko-KR" altLang="en-US" sz="3000"/>
                        <a:t>발판 누르기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303220"/>
                  </a:ext>
                </a:extLst>
              </a:tr>
              <a:tr h="1565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 b="1"/>
                        <a:t>조작 키</a:t>
                      </a:r>
                      <a:endParaRPr lang="ko-KR" altLang="en-US" sz="3000"/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000"/>
                        <a:t>WASD </a:t>
                      </a:r>
                      <a:r>
                        <a:rPr lang="ko-KR" altLang="en-US" sz="3000"/>
                        <a:t>이동 </a:t>
                      </a:r>
                      <a:r>
                        <a:rPr lang="en-US" altLang="ko-KR" sz="3000"/>
                        <a:t>/ Shift </a:t>
                      </a:r>
                      <a:r>
                        <a:rPr lang="ko-KR" altLang="en-US" sz="3000"/>
                        <a:t>대쉬 </a:t>
                      </a:r>
                      <a:r>
                        <a:rPr lang="en-US" altLang="ko-KR" sz="3000"/>
                        <a:t>/ E </a:t>
                      </a:r>
                      <a:r>
                        <a:rPr lang="ko-KR" altLang="en-US" sz="3000"/>
                        <a:t>상호작용 </a:t>
                      </a:r>
                      <a:r>
                        <a:rPr lang="en-US" altLang="ko-KR" sz="3000"/>
                        <a:t>/ </a:t>
                      </a:r>
                      <a:r>
                        <a:rPr lang="ko-KR" altLang="en-US" sz="3000"/>
                        <a:t>마우스왼쪽 공격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3000" dirty="0"/>
                        <a:t>동일 </a:t>
                      </a:r>
                      <a:r>
                        <a:rPr lang="en-US" altLang="ko-KR" sz="3000" dirty="0"/>
                        <a:t>+ Alt </a:t>
                      </a:r>
                      <a:r>
                        <a:rPr lang="ko-KR" altLang="en-US" sz="3000" dirty="0"/>
                        <a:t>엉덩방아 점프</a:t>
                      </a:r>
                    </a:p>
                  </a:txBody>
                  <a:tcPr marL="150569" marR="150569" marT="75285" marB="752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332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766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48281-6693-CD82-745A-886AB9C8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첫번째 행성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4D116-E5E3-CD73-5A22-E245456FC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벌레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201C25-872B-C75F-48ED-91ED71D66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31"/>
              </p:ext>
            </p:extLst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1803793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438661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601893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퍼즐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캐릭터 </a:t>
                      </a:r>
                      <a:r>
                        <a:rPr lang="en-US" altLang="ko-KR"/>
                        <a:t>1 (</a:t>
                      </a:r>
                      <a:r>
                        <a:rPr lang="ko-KR" altLang="en-US"/>
                        <a:t>논리적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캐릭터 </a:t>
                      </a:r>
                      <a:r>
                        <a:rPr lang="en-US" altLang="ko-KR"/>
                        <a:t>2 (</a:t>
                      </a:r>
                      <a:r>
                        <a:rPr lang="ko-KR" altLang="en-US"/>
                        <a:t>물리적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320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폭발물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불 </a:t>
                      </a:r>
                      <a:r>
                        <a:rPr lang="en-US" altLang="ko-KR"/>
                        <a:t>(Fire) </a:t>
                      </a:r>
                      <a:r>
                        <a:rPr lang="ko-KR" altLang="en-US"/>
                        <a:t>투사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특정 지점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타이밍에 정확하게 불꽃을 쏴서 꿀을 가열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꿀 </a:t>
                      </a:r>
                      <a:r>
                        <a:rPr lang="en-US" altLang="ko-KR"/>
                        <a:t>(Honey) </a:t>
                      </a:r>
                      <a:r>
                        <a:rPr lang="ko-KR" altLang="en-US"/>
                        <a:t>투사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끈적한 꿀을 발판이나 덩어리진 장애물에 쏴서 접착 또는 폭발물 원료 준비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559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협력 활용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꿀이 묻은 지형을 불로 태워서 길을 만들거나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꿀을 적에게 쏴서 움직임을 늦춘 뒤 불로 결정타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폭발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를 가해야 함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010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03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754F1-9A5E-5E96-0A38-91EFAE479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벌레 행성 영상</a:t>
            </a:r>
          </a:p>
        </p:txBody>
      </p:sp>
      <p:pic>
        <p:nvPicPr>
          <p:cNvPr id="4" name="온라인 미디어 3" title="[It takes two] 잇 테익스 투 4화 - 말벌 챕터Ⅰ">
            <a:hlinkClick r:id="" action="ppaction://media"/>
            <a:extLst>
              <a:ext uri="{FF2B5EF4-FFF2-40B4-BE49-F238E27FC236}">
                <a16:creationId xmlns:a16="http://schemas.microsoft.com/office/drawing/2014/main" id="{E5705A18-2903-05EA-4597-A032CD7ABEA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54366" y="1460542"/>
            <a:ext cx="9283267" cy="524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6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4520A-A477-5184-CB6B-09BD1F00F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두번째 행성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06FC7B2-4389-67D8-1345-5412E41BC0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336139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4478247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91309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퍼즐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캐릭터 </a:t>
                      </a:r>
                      <a:r>
                        <a:rPr lang="en-US" altLang="ko-KR"/>
                        <a:t>1 (</a:t>
                      </a:r>
                      <a:r>
                        <a:rPr lang="ko-KR" altLang="en-US"/>
                        <a:t>논리적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캐릭터 </a:t>
                      </a:r>
                      <a:r>
                        <a:rPr lang="en-US" altLang="ko-KR"/>
                        <a:t>2 (</a:t>
                      </a:r>
                      <a:r>
                        <a:rPr lang="ko-KR" altLang="en-US"/>
                        <a:t>물리적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371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보드 이동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방향 전환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속도 제어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보드 위의 장치를 조작해 속도를 높이거나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특수 게이트를 열어 이동 경로를 변경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추진력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균형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대쉬 또는 엉덩방아로 보드에 순간적인 추진력을 주거나 장애물을 부숨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251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눈사람 괴물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약점 노출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눈사람의 눈이나 코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약점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를 레이저로 조준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고정시켜 움직임을 멈춤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눈싸움 투척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약점 부위가 고정되었을 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주변 눈덩이를 주워 던져서 괴물을 파괴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71817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530D80E-02F0-093D-65FF-8E6036E0E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❄️ 겨울 (물)</a:t>
            </a:r>
          </a:p>
        </p:txBody>
      </p:sp>
    </p:spTree>
    <p:extLst>
      <p:ext uri="{BB962C8B-B14F-4D97-AF65-F5344CB8AC3E}">
        <p14:creationId xmlns:p14="http://schemas.microsoft.com/office/powerpoint/2010/main" val="2439543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223FC9-A9D6-0393-2242-FD09FEF2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겨울</a:t>
            </a:r>
          </a:p>
        </p:txBody>
      </p:sp>
      <p:pic>
        <p:nvPicPr>
          <p:cNvPr id="4" name="온라인 미디어 3" title="[It takes two] 눈싸움">
            <a:hlinkClick r:id="" action="ppaction://media"/>
            <a:extLst>
              <a:ext uri="{FF2B5EF4-FFF2-40B4-BE49-F238E27FC236}">
                <a16:creationId xmlns:a16="http://schemas.microsoft.com/office/drawing/2014/main" id="{A826220C-2BEA-0218-0E98-371A3E61007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710676" y="1537447"/>
            <a:ext cx="8770648" cy="495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4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199F7-C578-6357-D08E-5CEFA695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세번째 행성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FD17DC9-4C9E-7BDD-B33C-E2E5F8722DB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26506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67588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17336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퍼즐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캐릭터 </a:t>
                      </a:r>
                      <a:r>
                        <a:rPr lang="en-US" altLang="ko-KR"/>
                        <a:t>1 (</a:t>
                      </a:r>
                      <a:r>
                        <a:rPr lang="ko-KR" altLang="en-US"/>
                        <a:t>논리적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캐릭터 </a:t>
                      </a:r>
                      <a:r>
                        <a:rPr lang="en-US" altLang="ko-KR"/>
                        <a:t>2 (</a:t>
                      </a:r>
                      <a:r>
                        <a:rPr lang="ko-KR" altLang="en-US"/>
                        <a:t>물리적</a:t>
                      </a:r>
                      <a:r>
                        <a:rPr lang="en-US" altLang="ko-KR"/>
                        <a:t>) </a:t>
                      </a:r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371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오토바이 레이싱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캡챠 해독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레이스 중 팝업되는 캡챠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혹은 미니 해킹 퍼즐</a:t>
                      </a:r>
                      <a:r>
                        <a:rPr lang="en-US" altLang="ko-KR"/>
                        <a:t>)</a:t>
                      </a:r>
                      <a:r>
                        <a:rPr lang="ko-KR" altLang="en-US"/>
                        <a:t>를 빠르게 입력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해결해야 레이싱 경로가 열림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오토바이 조종 </a:t>
                      </a:r>
                      <a:r>
                        <a:rPr lang="en-US" altLang="ko-KR"/>
                        <a:t>&amp; </a:t>
                      </a:r>
                      <a:r>
                        <a:rPr lang="ko-KR" altLang="en-US"/>
                        <a:t>화면 흔들림 대처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흔들리는 화면에서 운전대를 잡고 중심을 유지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컨트롤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타이밍</a:t>
                      </a:r>
                      <a:r>
                        <a:rPr lang="en-US" altLang="ko-KR"/>
                        <a:t>), </a:t>
                      </a:r>
                      <a:r>
                        <a:rPr lang="ko-KR" altLang="en-US"/>
                        <a:t>장애물 회피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28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폭탄 해체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해체 로직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폭탄의 복잡한 회로를 분석하고 순서대로 스위치 조작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안정화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시간 벌기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폭탄 해체 중 다가오는 적들을 몸으로 막아내거나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폭탄의 흔들림을 억제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엉덩방아 활용</a:t>
                      </a:r>
                      <a:r>
                        <a:rPr lang="en-US" altLang="ko-KR" dirty="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57759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69EC879-3961-B4D7-8869-5F183A046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🌃 사이버펑크</a:t>
            </a:r>
          </a:p>
        </p:txBody>
      </p:sp>
    </p:spTree>
    <p:extLst>
      <p:ext uri="{BB962C8B-B14F-4D97-AF65-F5344CB8AC3E}">
        <p14:creationId xmlns:p14="http://schemas.microsoft.com/office/powerpoint/2010/main" val="1566099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4322B-0CF3-F12F-910F-4D68E913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온라인 미디어 3" title="Split Fiction - Funny Self-Destruct Phone Captcha Mini-Game">
            <a:hlinkClick r:id="" action="ppaction://media"/>
            <a:extLst>
              <a:ext uri="{FF2B5EF4-FFF2-40B4-BE49-F238E27FC236}">
                <a16:creationId xmlns:a16="http://schemas.microsoft.com/office/drawing/2014/main" id="{5CFDEEEF-2A48-8E7A-8722-C0F53791622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44725" y="1825625"/>
            <a:ext cx="770096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487</Words>
  <Application>Microsoft Office PowerPoint</Application>
  <PresentationFormat>와이드스크린</PresentationFormat>
  <Paragraphs>73</Paragraphs>
  <Slides>10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Go nut’s</vt:lpstr>
      <vt:lpstr>PowerPoint 프레젠테이션</vt:lpstr>
      <vt:lpstr>세계관 및 스토리</vt:lpstr>
      <vt:lpstr>PowerPoint 프레젠테이션</vt:lpstr>
      <vt:lpstr>첫번째 행성</vt:lpstr>
      <vt:lpstr>벌레 행성 영상</vt:lpstr>
      <vt:lpstr>두번째 행성</vt:lpstr>
      <vt:lpstr>겨울</vt:lpstr>
      <vt:lpstr>세번째 행성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유영빈(2022180024)</dc:creator>
  <cp:lastModifiedBy>유영빈(2022180024)</cp:lastModifiedBy>
  <cp:revision>5</cp:revision>
  <dcterms:created xsi:type="dcterms:W3CDTF">2025-11-05T09:03:24Z</dcterms:created>
  <dcterms:modified xsi:type="dcterms:W3CDTF">2025-11-05T11:13:25Z</dcterms:modified>
</cp:coreProperties>
</file>